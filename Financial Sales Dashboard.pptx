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7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6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3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22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4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7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8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3F1F5-8DAA-4094-8539-B1F908F48B8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11573-ABD0-4C05-8242-C0106932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22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Financial Sales Dashboard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 Analyst Internship — Task 4  Created using Power 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4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53" y="426344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8349"/>
            <a:ext cx="10515600" cy="3768614"/>
          </a:xfrm>
        </p:spPr>
        <p:txBody>
          <a:bodyPr/>
          <a:lstStyle/>
          <a:p>
            <a:r>
              <a:rPr lang="en-US" dirty="0" smtClean="0"/>
              <a:t>The objective of this project is to design an interactive dashboard for analyzing financial sales data and presenting useful business insights.</a:t>
            </a:r>
          </a:p>
          <a:p>
            <a:r>
              <a:rPr lang="en-US" dirty="0" smtClean="0"/>
              <a:t>The dashboard focuses on sales, profit, sales price, trends over time, and segment-wise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16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Power BI Dashboard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0" y="1690688"/>
            <a:ext cx="12196293" cy="51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1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Sales provides an overview of overall sales performance.</a:t>
            </a:r>
            <a:br>
              <a:rPr lang="en-US" dirty="0" smtClean="0"/>
            </a:br>
            <a:r>
              <a:rPr lang="en-US" dirty="0" smtClean="0"/>
              <a:t>• Total Profit helps evaluate the profitability of the business.</a:t>
            </a:r>
            <a:br>
              <a:rPr lang="en-US" dirty="0" smtClean="0"/>
            </a:br>
            <a:r>
              <a:rPr lang="en-US" dirty="0" smtClean="0"/>
              <a:t>• Sales Trend Over Time shows how sales change over the selected period.</a:t>
            </a:r>
            <a:br>
              <a:rPr lang="en-US" dirty="0" smtClean="0"/>
            </a:br>
            <a:r>
              <a:rPr lang="en-US" dirty="0" smtClean="0"/>
              <a:t>• Sales by Segment helps compare performance across different customer segments.</a:t>
            </a:r>
            <a:br>
              <a:rPr lang="en-US" dirty="0" smtClean="0"/>
            </a:br>
            <a:r>
              <a:rPr lang="en-US" smtClean="0"/>
              <a:t>• Year and Segment slicers allow users to interactively filter the dashboard.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5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Financial Sales Dashboard</vt:lpstr>
      <vt:lpstr>Objective</vt:lpstr>
      <vt:lpstr>Power BI Dashboard</vt:lpstr>
      <vt:lpstr>Key Insights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Sales Dashboard</dc:title>
  <dc:creator>Sahithya</dc:creator>
  <cp:lastModifiedBy>Sahithya</cp:lastModifiedBy>
  <cp:revision>2</cp:revision>
  <dcterms:created xsi:type="dcterms:W3CDTF">2026-09-03T13:50:51Z</dcterms:created>
  <dcterms:modified xsi:type="dcterms:W3CDTF">2026-09-03T13:53:28Z</dcterms:modified>
</cp:coreProperties>
</file>